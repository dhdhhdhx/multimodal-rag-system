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数据结构复习要点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学习路线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1800"/>
            </a:pPr>
            <a:r>
              <a:t>1. 线性结构：数组、链表、栈、队列</a:t>
            </a:r>
          </a:p>
          <a:p>
            <a:pPr>
              <a:spcAft>
                <a:spcPts val="400"/>
              </a:spcAft>
              <a:defRPr sz="1800"/>
            </a:pPr>
            <a:r>
              <a:t>2. 树形结构：二叉树、B树、哈夫曼树</a:t>
            </a:r>
          </a:p>
          <a:p>
            <a:pPr>
              <a:spcAft>
                <a:spcPts val="400"/>
              </a:spcAft>
              <a:defRPr sz="1800"/>
            </a:pPr>
            <a:r>
              <a:t>3. 图形结构：遍历、最短路径、最小生成树</a:t>
            </a:r>
          </a:p>
          <a:p>
            <a:pPr>
              <a:spcAft>
                <a:spcPts val="400"/>
              </a:spcAft>
              <a:defRPr sz="1800"/>
            </a:pPr>
            <a:r>
              <a:t>4. 查找与排序：二分查找、哈希、排序算法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二叉树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1800"/>
            </a:pPr>
            <a:r>
              <a:t>叶子 n0 = n2 + 1</a:t>
            </a:r>
          </a:p>
          <a:p>
            <a:pPr>
              <a:spcAft>
                <a:spcPts val="400"/>
              </a:spcAft>
              <a:defRPr sz="1800"/>
            </a:pPr>
            <a:r>
              <a:t>前序+中序 -&gt; 唯一二叉树</a:t>
            </a:r>
          </a:p>
          <a:p>
            <a:pPr>
              <a:spcAft>
                <a:spcPts val="400"/>
              </a:spcAft>
              <a:defRPr sz="1800"/>
            </a:pPr>
            <a:r>
              <a:t>后序+中序 -&gt; 唯一二叉树</a:t>
            </a:r>
          </a:p>
          <a:p>
            <a:pPr>
              <a:spcAft>
                <a:spcPts val="400"/>
              </a:spcAft>
              <a:defRPr sz="1800"/>
            </a:pPr>
            <a:r>
              <a:t>哈夫曼树：WPL最小，无度为1的节点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图算法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1800"/>
            </a:pPr>
            <a:r>
              <a:t>DFS(栈)、BFS(队列)</a:t>
            </a:r>
          </a:p>
          <a:p>
            <a:pPr>
              <a:spcAft>
                <a:spcPts val="400"/>
              </a:spcAft>
              <a:defRPr sz="1800"/>
            </a:pPr>
            <a:r>
              <a:t>Dijkstra: O(n^2)</a:t>
            </a:r>
          </a:p>
          <a:p>
            <a:pPr>
              <a:spcAft>
                <a:spcPts val="400"/>
              </a:spcAft>
              <a:defRPr sz="1800"/>
            </a:pPr>
            <a:r>
              <a:t>Prim/Kruskal: MST</a:t>
            </a:r>
          </a:p>
          <a:p>
            <a:pPr>
              <a:spcAft>
                <a:spcPts val="400"/>
              </a:spcAft>
              <a:defRPr sz="1800"/>
            </a:pPr>
            <a:r>
              <a:t>拓扑排序: DAG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排序算法对比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65760">
                <a:tc>
                  <a:txBody>
                    <a:bodyPr/>
                    <a:lstStyle/>
                    <a:p>
                      <a:r>
                        <a:t>算法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平均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最坏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稳定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频率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冒泡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O(n²)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O(n²)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快排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O(nlogn)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O(n²)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O(logn)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归并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O(nlogn)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O(nlogn)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堆排序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O(nlogn)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O(nlogn)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考试策略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1800"/>
            </a:pPr>
            <a:r>
              <a:t>O(1) &lt; O(logn) &lt; O(n) &lt; O(nlogn) &lt; O(n²)</a:t>
            </a:r>
          </a:p>
          <a:p>
            <a:pPr>
              <a:spcAft>
                <a:spcPts val="400"/>
              </a:spcAft>
              <a:defRPr sz="1800"/>
            </a:pPr>
            <a:r>
              <a:t>不稳定口诀：快一些选堆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